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074"/>
    <a:srgbClr val="F0F3F8"/>
    <a:srgbClr val="23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AA0A2-057F-46E7-8B9D-797D793001BF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7198B-3D75-415D-9D45-51E20983E3B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948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7198B-3D75-415D-9D45-51E20983E3B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07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686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911EEF0-D4D4-4881-84DF-B8D90100FDEA}"/>
              </a:ext>
            </a:extLst>
          </p:cNvPr>
          <p:cNvSpPr txBox="1"/>
          <p:nvPr/>
        </p:nvSpPr>
        <p:spPr>
          <a:xfrm>
            <a:off x="6756400" y="457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3F0646-16B6-4AC3-A3A7-F10D75A3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0"/>
            <a:ext cx="16357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</Words>
  <Application>Microsoft Office PowerPoint</Application>
  <PresentationFormat>Personalizado</PresentationFormat>
  <Paragraphs>1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mpcweb ..</cp:lastModifiedBy>
  <cp:revision>9</cp:revision>
  <dcterms:created xsi:type="dcterms:W3CDTF">2006-08-16T00:00:00Z</dcterms:created>
  <dcterms:modified xsi:type="dcterms:W3CDTF">2026-06-18T06:37:38Z</dcterms:modified>
</cp:coreProperties>
</file>